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线性代数-矩阵与行列式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0F0F5"/>
                </a:solidFill>
              </a:defRPr>
            </a:pPr>
            <a:r>
              <a:t>概念解析与运算实战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0F0F5"/>
                </a:solidFill>
              </a:defRPr>
            </a:pPr>
            <a:r>
              <a:t>2026年04月07日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78"/>
          </a:solidFill>
          <a:ln>
            <a:solidFill>
              <a:srgbClr val="19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课程导入：从方程组到矩阵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线性代数的核心地位与应用场景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从多元一次方程组引出矩阵的概念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矩阵表示的简洁性与优势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本节课的学习目标与路线图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82B4"/>
                </a:solidFill>
              </a:defRPr>
            </a:pPr>
            <a:r>
              <a:t>💡 各位同学大家好。在开始今天的内容之前，请大家回想一下我们在解多元一次方程组时的过程。当未知数和方程数量增多时，书写起来非常繁琐。为了解决这个问题，数学家引入了一种强大的工具——矩阵。今天我们将通过矩阵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78"/>
          </a:solidFill>
          <a:ln>
            <a:solidFill>
              <a:srgbClr val="19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矩阵的基本概念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矩阵的定义：由m×n个数排列成的矩形数表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矩阵的表示方法：圆括号或方括号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行向量与列向量的区别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特殊矩阵：零矩阵、单位矩阵、对角矩阵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82B4"/>
                </a:solidFill>
              </a:defRPr>
            </a:pPr>
            <a:r>
              <a:t>💡 首先我们来正式定义矩阵。矩阵可以看作是一个矩形数表，我们用行和列来描述它的维度。比如一个2行3列的矩阵，我们记作2×3矩阵。特别注意行向量是只有一行，列向量是只有一列。此外，我们要介绍几个特殊的矩阵，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78"/>
          </a:solidFill>
          <a:ln>
            <a:solidFill>
              <a:srgbClr val="19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矩阵的基本运算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矩阵的加减法：对应元素相加减（同型矩阵）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数与矩阵的乘法：数乘以矩阵的每一个元素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矩阵的转置：行列互换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运算性质：交换律、结合律的适用情况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82B4"/>
                </a:solidFill>
              </a:defRPr>
            </a:pPr>
            <a:r>
              <a:t>💡 掌握了概念后，我们来看看矩阵怎么运算。首先是加减法，这非常直观，前提是两个矩阵必须‘同型’，也就是行列数相同，然后对应位置的元素相加减。数乘也很简单，就像把数字分配给矩阵里的每个人。转置操作则是把行变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78"/>
          </a:solidFill>
          <a:ln>
            <a:solidFill>
              <a:srgbClr val="19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矩阵的乘法（重点）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乘法条件：左矩阵列数 = 右矩阵行数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运算规则：行乘以列，对应相乘再求和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结果矩阵的维度：m×n 乘以 n×p 结果为 m×p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注意事项：不满足交换律 (AB ≠ BA)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82B4"/>
                </a:solidFill>
              </a:defRPr>
            </a:pPr>
            <a:r>
              <a:t>💡 这是本节课的重点也是难点——矩阵乘法。它不是简单的对应元素相乘，而是‘左行乘以右列’。具体来说，第一个矩阵的第i行与第二个矩阵的第j列，对应元素相乘后求和，得到结果矩阵的第(i,j)个元素。必须记住一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78"/>
          </a:solidFill>
          <a:ln>
            <a:solidFill>
              <a:srgbClr val="19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行列式的概念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行列式定义：方阵所特有的标量数值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符号表示：det(A) 或 |A|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二阶行列式的计算：主对角线 - 副对角线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几何意义：面积或体积的伸缩因子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82B4"/>
                </a:solidFill>
              </a:defRPr>
            </a:pPr>
            <a:r>
              <a:t>💡 接下来我们进入第二部分——行列式。要注意，行列式只针对方阵（行数等于列数）存在。它是一个算出来的具体数值，而不是一个数表。最简单的二阶行列式，计算口诀是‘主对角线元素乘积减去副对角线元素乘积’。从几何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78"/>
          </a:solidFill>
          <a:ln>
            <a:solidFill>
              <a:srgbClr val="19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行列式的性质与计算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三阶行列式：对角线法则（沙路氏法则）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性质1：行列式与其转置行列式相等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性质2：互换两行（列），行列式变号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性质3：两行成比例，行列式为零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82B4"/>
                </a:solidFill>
              </a:defRPr>
            </a:pPr>
            <a:r>
              <a:t>💡 对于三阶行列式，我们可以使用对角线法则来计算。当然，掌握性质能让计算更简单。比如，行列互换，值不变；如果交换两行，结果要变号；如果行列式有两行完全相同或成比例，那么结果直接为0。这些性质在简化高阶行列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78"/>
          </a:solidFill>
          <a:ln>
            <a:solidFill>
              <a:srgbClr val="19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课堂总结与应用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矩阵是数据的组织形式，行列式是方阵的特征数值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矩阵乘法不满足交换律，需严格遵循运算顺序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行列式计算的核心：对角线法则与性质化简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82828"/>
                </a:solidFill>
              </a:defRPr>
            </a:pPr>
            <a:r>
              <a:t>• 实际应用：线性方程组求解（克拉默法则铺垫）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82B4"/>
                </a:solidFill>
              </a:defRPr>
            </a:pPr>
            <a:r>
              <a:t>💡 让我们回顾一下今天的内容。我们学习了矩阵的概念和加减乘运算，特别是乘法的‘行乘列’规则；我们也学习了行列式的定义、计算和性质。矩阵不仅是数学工具，更是现代科学计算的基础。下节课，我们将利用行列式来求解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